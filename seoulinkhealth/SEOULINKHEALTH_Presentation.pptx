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1371600" cy="36576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SEOUL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INK</a:t>
            </a:r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K-HEALTH BUSINESS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Global Opportunities with Korea's Healthcare Capabilities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Developer Jung Jaewon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SEOULINKHEALTH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SEOULINKHEALTH is a professional consulting platform that connects international partners with Korea's healthcare ecosystem through expert-driven advisory services.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914400" cy="2743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Mission: </a:t>
            </a:r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connect global opportunities with Korea's world-class healthcare capabilities."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200400"/>
            <a:ext cx="237744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47472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K-HEALTH CARE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343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services, hospital systems, patient care standards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20040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3200400"/>
            <a:ext cx="237744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347472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III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K-HEALTH INDUSTRY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343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devices, healthcare supply chains, industrial ecosystem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20040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3200400"/>
            <a:ext cx="237744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347472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4343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Biopharmaceuticals, R&amp;D, clinical trials, regulatory pathways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49640" y="320040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9640" y="3200400"/>
            <a:ext cx="237744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8778240" y="347472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7824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K-HEALTH FOOD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78240" y="43434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food, nutraceuticals, health food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— WHAT VISITORS SEE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brand intro, CTA buttons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2103120"/>
            <a:ext cx="9144" cy="320040"/>
          </a:xfrm>
          <a:prstGeom prst="rect">
            <a:avLst/>
          </a:prstGeom>
          <a:solidFill>
            <a:srgbClr val="D4C4A8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Greetings, Founder profile, Endorsements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880360"/>
            <a:ext cx="9144" cy="320040"/>
          </a:xfrm>
          <a:prstGeom prst="rect">
            <a:avLst/>
          </a:prstGeom>
          <a:solidFill>
            <a:srgbClr val="D4C4A8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Network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experts, JOIN US, Application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657600"/>
            <a:ext cx="9144" cy="320040"/>
          </a:xfrm>
          <a:prstGeom prst="rect">
            <a:avLst/>
          </a:prstGeom>
          <a:solidFill>
            <a:srgbClr val="D4C4A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advisory workflow timeline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4434840"/>
            <a:ext cx="9144" cy="320040"/>
          </a:xfrm>
          <a:prstGeom prst="rect">
            <a:avLst/>
          </a:prstGeom>
          <a:solidFill>
            <a:srgbClr val="D4C4A8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Now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inquiry form submission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1645920"/>
            <a:ext cx="4572000" cy="4114800"/>
          </a:xfrm>
          <a:prstGeom prst="roundRect">
            <a:avLst>
              <a:gd name="adj" fmla="val 2222"/>
            </a:avLst>
          </a:prstGeom>
          <a:solidFill>
            <a:srgbClr val="1B2838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Pages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3232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Company Login (2FA with OTP)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Company Registration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3108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Company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Q&amp;A Private 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0" y="3931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 Dashboard (Korean UI)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4343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Privacy Policy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0" y="4754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Terms of Service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5166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FAQ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PLATFORM SPECIAL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20040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202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Company Login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+ OTP verification code for secure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6459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645920"/>
            <a:ext cx="320040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19202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Form Fill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users get name, email, phone auto-populated in forms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16459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80960" y="1645920"/>
            <a:ext cx="320040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19" name="Shape 17"/>
          <p:cNvSpPr/>
          <p:nvPr/>
        </p:nvSpPr>
        <p:spPr>
          <a:xfrm>
            <a:off x="7909560" y="19202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0956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Private 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communication channel between company and admin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931920"/>
            <a:ext cx="320040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42062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5074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UI, large buttons, status management for elderly users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39319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3931920"/>
            <a:ext cx="320040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31" name="Shape 29"/>
          <p:cNvSpPr/>
          <p:nvPr/>
        </p:nvSpPr>
        <p:spPr>
          <a:xfrm>
            <a:off x="4434840" y="42062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3484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 Emails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5074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OTP, confirmation, welcome, temp password, Q&amp;A notifications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80960" y="3931920"/>
            <a:ext cx="32004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E8E8E8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80960" y="3931920"/>
            <a:ext cx="320040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4206240"/>
            <a:ext cx="411480" cy="4114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65A"/>
                </a:solidFill>
              </a:rPr>
              <a:t>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0956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Account Creation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09560" y="5074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 auto-creates company account if none exists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ADVISORY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63040" y="2350008"/>
            <a:ext cx="868680" cy="18288"/>
          </a:xfrm>
          <a:prstGeom prst="rect">
            <a:avLst/>
          </a:prstGeom>
          <a:solidFill>
            <a:srgbClr val="C4AA7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63240" y="2350008"/>
            <a:ext cx="868680" cy="18288"/>
          </a:xfrm>
          <a:prstGeom prst="rect">
            <a:avLst/>
          </a:prstGeom>
          <a:solidFill>
            <a:srgbClr val="C4AA7A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CONSULTATION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50008"/>
            <a:ext cx="868680" cy="18288"/>
          </a:xfrm>
          <a:prstGeom prst="rect">
            <a:avLst/>
          </a:prstGeom>
          <a:solidFill>
            <a:srgbClr val="C4AA7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EXPERT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2350008"/>
            <a:ext cx="868680" cy="18288"/>
          </a:xfrm>
          <a:prstGeom prst="rect">
            <a:avLst/>
          </a:prstGeom>
          <a:solidFill>
            <a:srgbClr val="C4AA7A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EXPERT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863840" y="2350008"/>
            <a:ext cx="868680" cy="18288"/>
          </a:xfrm>
          <a:prstGeom prst="rect">
            <a:avLst/>
          </a:prstGeom>
          <a:solidFill>
            <a:srgbClr val="C4AA7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STRATEGY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325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25" name="Text 23"/>
          <p:cNvSpPr/>
          <p:nvPr/>
        </p:nvSpPr>
        <p:spPr>
          <a:xfrm>
            <a:off x="8732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464040" y="2350008"/>
            <a:ext cx="868680" cy="18288"/>
          </a:xfrm>
          <a:prstGeom prst="rect">
            <a:avLst/>
          </a:prstGeom>
          <a:solidFill>
            <a:srgbClr val="C4AA7A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332720" y="2011680"/>
            <a:ext cx="731520" cy="731520"/>
          </a:xfrm>
          <a:prstGeom prst="ellipse">
            <a:avLst/>
          </a:prstGeom>
          <a:solidFill>
            <a:srgbClr val="B8965A"/>
          </a:solidFill>
          <a:ln/>
        </p:spPr>
      </p:sp>
      <p:sp>
        <p:nvSpPr>
          <p:cNvPr id="29" name="Text 27"/>
          <p:cNvSpPr/>
          <p:nvPr/>
        </p:nvSpPr>
        <p:spPr>
          <a:xfrm>
            <a:off x="103327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5840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designed to deliver practical, expert-driven solutions tailored to the client's specific needs within the K-Health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Portal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EXPERIENCE AFTER REGISTRATION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46888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name, contact person,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password, phone, country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965A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16459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45920"/>
            <a:ext cx="246888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1188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OTP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→ 6-digit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sent to email (10min)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965A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645920"/>
            <a:ext cx="246888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inquiries, check status,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company profile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8965A"/>
                </a:solidFill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823960" y="1645920"/>
            <a:ext cx="2468880" cy="29260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23960" y="1645920"/>
            <a:ext cx="2468880" cy="36576"/>
          </a:xfrm>
          <a:prstGeom prst="rect">
            <a:avLst>
              <a:gd name="adj" fmla="val 50000"/>
            </a:avLst>
          </a:prstGeom>
          <a:solidFill>
            <a:srgbClr val="B8965A"/>
          </a:solidFill>
          <a:ln/>
        </p:spPr>
      </p:sp>
      <p:sp>
        <p:nvSpPr>
          <p:cNvPr id="28" name="Shape 26"/>
          <p:cNvSpPr/>
          <p:nvPr/>
        </p:nvSpPr>
        <p:spPr>
          <a:xfrm>
            <a:off x="9692640" y="192024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00684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Board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06840" y="31089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threads with admin,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on reply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ELDERLY ADMINISTRATORS — KOREAN UI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지원서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645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새 지원서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0175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645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문의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3035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6459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새 문의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8952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Inquiries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text &amp; buttons (18px base, 48px min button height)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Korean labels throughout (신규 / 검토완료 / 연락완료)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Card-based submission list with click-to-detail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Name &amp; email search with 300ms debounce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filter buttons (전체 / 신규 / 검토완료 / 연락완료)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CSV export for Excel compatibility (UTF-8 BOM)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394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Print function for individual submissions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Confirmation dialog before status changes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TYPES OF AUTOMATED EMAILS VIA GMAIL SMTP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Admin (3)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Inquiry form submitted → Admin notification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Application form submitted → Admin notification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Q&amp;A new question → Admin notification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Client (7)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 submitted → Confirmation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Application submitted → Confirmation email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Non-member form → Auto account + temp password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Registration → Welcome email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Login → 6-digit OTP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Forgot password → Temporary password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5029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 Q&amp;A reply → Reply notification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PROTECTION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Email OTP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code with 10-minute expiry on every 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6459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8h expiry, Company: 24h expiry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6459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63840" y="2286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Fields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form fields to detect and block bot submissions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req/15min for forms, 100 req/15min for admin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374904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8912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89120" y="4754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encryption, passwords never stored in plain text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374904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863840" y="4389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63840" y="4754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+ CORS whitelist + encrypted connections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3657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18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Vite (Build Tool)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540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Tailwind CSS (Styling)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4381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Framer Motion (Animations)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Zustand (State Management)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Hook Form + Zod (Validation)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F0F0F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45920"/>
            <a:ext cx="5303520" cy="36576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286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Express.js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6700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Prisma ORM + SQLite/PostgreSQL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0540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Authentication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4381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Nodemailer (Gmail SMTP)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822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Helmet.js + Rate Limiting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206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(Containerized Deployment)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SYNOLOGY NAS + DOCKER + CLOUDFLARE TUNNEL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B8965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20116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B6CA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Synology NAS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377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8965A"/>
                </a:solidFill>
              </a:rPr>
              <a:t>→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B8965A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</a:t>
            </a:r>
            <a:pPr indent="0" marL="0">
              <a:buNone/>
            </a:pPr>
            <a:r>
              <a:rPr lang="en-US" sz="14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https://doublej.app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HTTPS handled automatically by Cloudflare (zero-config SSL)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stored on NAS — no external cloud dependency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Auto-restart on failure (Docker restart policy)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577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SQLite database with Prisma ORM migrations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PRODUCTION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F5F5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6576" cy="6858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011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seoulinkhealth.com domain to Cloudflare Tunnel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F5F5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36576" cy="6858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688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542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Configuration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834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Gmail app password for automated email sending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F5F5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291840"/>
            <a:ext cx="36576" cy="6858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3364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Finalization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657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Endorsement quotes, partner logos, final text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F5F5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14800"/>
            <a:ext cx="36576" cy="6858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1148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4187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Training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4480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dashboard features with management team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10515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F5F5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937760"/>
            <a:ext cx="36576" cy="685800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9377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010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5303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DNS switch, and public launch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1371600" cy="36576"/>
          </a:xfrm>
          <a:prstGeom prst="rect">
            <a:avLst/>
          </a:prstGeom>
          <a:solidFill>
            <a:srgbClr val="B896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forward to building a successful partnership.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10515600" cy="18288"/>
          </a:xfrm>
          <a:prstGeom prst="rect">
            <a:avLst/>
          </a:prstGeom>
          <a:solidFill>
            <a:srgbClr val="D4C4A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https://doublej.app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buNone/>
            </a:pPr>
            <a:r>
              <a:rPr lang="en-US" sz="1300" dirty="0">
                <a:solidFill>
                  <a:srgbClr val="B89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contact@seoulinkhealth.com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Jung Jaewon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SEOULINKHEALTH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K-Health Business Platform Presentation</dc:subject>
  <dc:creator>Jung Jaewon</dc:creator>
  <cp:lastModifiedBy>Jung Jaewon</cp:lastModifiedBy>
  <cp:revision>1</cp:revision>
  <dcterms:created xsi:type="dcterms:W3CDTF">2026-04-21T08:06:37Z</dcterms:created>
  <dcterms:modified xsi:type="dcterms:W3CDTF">2026-04-21T08:06:37Z</dcterms:modified>
</cp:coreProperties>
</file>